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ieNNOQjOwb/pZQ4WbkvlBwsXBt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A2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Global Expansion Is Broken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365760" y="1508760"/>
            <a:ext cx="420624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F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365760" y="1508760"/>
            <a:ext cx="54864" cy="137160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594360" y="161848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💸  Prohibitively Expensive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594360" y="1984248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Traditional human translation costs $0.10–$0.30/word. A 50,000-word product catalog costs $5,000–$15,000 per language.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4800600" y="1508760"/>
            <a:ext cx="420624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F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4800600" y="1508760"/>
            <a:ext cx="54864" cy="137160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5029200" y="161848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🐢  Painfully Slow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5029200" y="1984248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Human translation agencies deliver in 3–10 business days per language. Multi-market launches take weeks.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365760" y="3063240"/>
            <a:ext cx="420624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F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365760" y="3063240"/>
            <a:ext cx="54864" cy="137160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94360" y="317296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🔧  Fragmented Tooling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94360" y="3538728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Teams juggle agencies, freelancers, spreadsheets, and disconnected CMS tools — with zero quality visibility.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800600" y="3063240"/>
            <a:ext cx="420624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F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800600" y="3063240"/>
            <a:ext cx="54864" cy="137160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5029200" y="317296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❌  No Quality Assurance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029200" y="3538728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Companies have no way to measure or enforce brand consistency or terminology across languages and vendors.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2026-03-14T04:12:17Z</dcterms:created>
  <dc:creator>PptxGenJS</dc:creator>
</cp:coreProperties>
</file>